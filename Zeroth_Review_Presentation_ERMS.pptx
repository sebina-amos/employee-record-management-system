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FRANCIS XAVIER ENGINEERING COLLEGE (AUTONOMOUS)</a:t>
            </a:r>
          </a:p>
          <a:p>
            <a:pPr algn="ctr"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Department of Artificial Intelligence and Data Science</a:t>
            </a:r>
          </a:p>
          <a:p>
            <a:pPr algn="ctr">
              <a:defRPr sz="3200" b="1">
                <a:solidFill>
                  <a:srgbClr val="F8FAFC"/>
                </a:solidFill>
              </a:defRPr>
            </a:pPr>
            <a:r>
              <a:t>Intelligent Employee Record &amp; Workforce Management System (ERMS)</a:t>
            </a:r>
          </a:p>
          <a:p>
            <a:pPr algn="ctr">
              <a:spcAft>
                <a:spcPts val="3600"/>
              </a:spcAft>
              <a:defRPr sz="1800">
                <a:solidFill>
                  <a:srgbClr val="6366F1"/>
                </a:solidFill>
              </a:defRPr>
            </a:pPr>
            <a:r>
              <a:t>With Interactive 3D Spatial Visualizations &amp; Role-Based Access Architecture</a:t>
            </a:r>
          </a:p>
          <a:p>
            <a:pPr algn="ctr">
              <a:spcAft>
                <a:spcPts val="2000"/>
              </a:spcAft>
              <a:defRPr sz="1400">
                <a:solidFill>
                  <a:srgbClr val="38BDF8"/>
                </a:solidFill>
              </a:defRPr>
            </a:pPr>
            <a:r>
              <a:t>ZEROTH PROJECT REVIEW (ACADEMIC YEAR 2026-2027)</a:t>
            </a:r>
            <a:br/>
            <a:r>
              <a:t>Date of Review: 14.10.2026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Team Members: [Student Name(s) &amp; Register Numbers]  |  Supervisor / 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2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PROBLEM STATEMENT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Traditional HR &amp; Employee records are scattered across physical paper dossiers or isolated spreadsheet files.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High risk of human data entry errors, accidental duplication, and inconsistent career tracking.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Severe vulnerability to unauthorized access and lack of distinct privilege tiering for employee self-service.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Legacy enterprise systems suffer from steep learning curves, cluttered tables, and zero interactive visualization.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Build a centralized web-based repository for employee profiles, education histories, and industry experience.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Implement strict Role-Based Access Control (RBAC) separating Administrative governance from Employee self-service.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Integrate modern 3D WebGL spatial aesthetics (Spectral Drape) and smooth interactive physics for improved usability.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✔ Provide real-time organizational metrics (total headcount, roster audits, profile modification pipelines).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6366F1"/>
                </a:solidFill>
              </a:defRPr>
            </a:pPr>
            <a:r>
              <a:t>PROJECT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3 (5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Scope &amp; UN Sustainable Development Goals (SDGs)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PROJECT SCOPE &amp; APPLICATION HORIZON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Scalable architecture designed for educational institutions, engineering corporations, and SMEs.</a:t>
            </a:r>
            <a:br/>
            <a:r>
              <a:t>• Provides seamless management of multi-degree educational background records &amp; chronological corporate tenures.</a:t>
            </a:r>
            <a:br/>
            <a:r>
              <a:t>• Designed with AI-ready relational tables to support future intelligent modules like talent attrition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SDG 8: Decent Work &amp; Economic Growth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Fosters operational workplace transparency, prevents record tampering, and optimizes human resource management efficiency through automation.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6366F1"/>
                </a:solidFill>
              </a:defRPr>
            </a:pPr>
            <a:r>
              <a:t>SDG 9: Industry, Innovation &amp; Infrastructure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Upgrades legacy administrative infrastructure into high-speed modern digital platforms using WebGL and responsive web technologies.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SDG 4: Quality Education &amp; Credential Verification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Provides structured audit repositories for employee degrees, certifications, and academic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4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Preliminary Literature Survey — Research Papers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2011680"/>
                <a:gridCol w="2468880"/>
                <a:gridCol w="2560320"/>
              </a:tblGrid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Paper Title &amp; Authors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Publication / Year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Methodology / Approach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Key Findings &amp; Limitations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Design and Implementation of Employee Information Management System (Zhang &amp; Liu) [BASE PAPER]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J. Phys. Conf. Ser., 2021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Browser/Server (B/S) model, Apache, MySQL relational backend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Established scalable CRUD &amp; record schemas; lacked modern interactive UI and 3D visual cues.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Cloud-Based Human Resource Information Systems: Security Analysis (Rahman et al.)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IEEE Access, 2022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Multi-tenant cloud architecture with role isolation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Proved security benefits of RBAC; observed high latency in heavy visual rendering.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Interactive 3D Web Visualizations for Enterprise Dashboards (Smith et al.)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ACM CHI, 2023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WebGL / Three.js hardware-accelerated shaders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Demonstrated that spatial 3D background feedback reduces user task fatigue in portals.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Role-Based Access Control and Data Security in Enterprise Systems (Kumar &amp; Verma)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Springer LNCS, 2023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RBAC privilege matrices and cryptographic validation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Highlighted vulnerabilities of unified login routes; recommended strict gatekeeping.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AI-Driven Predictive Analytics in Human Resource Management (Al-Radaideh et al.)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Elsevier Procedia, 2024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Machine learning classifiers on employee profile records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Confirmed that clean, structured historical records are the essential foundation for AI HR modeling.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Existing Methods and Their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EF4444"/>
                </a:solidFill>
              </a:defRPr>
            </a:pPr>
            <a:r>
              <a:t>EXISTING APPROACHES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✖ Manual Document Dossiers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Physical folders stored in HR filing cabinets prone to loss, wear, and zero searchability.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✖ Spreadsheet Ledgers (Excel/Sheets)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Unprotected flat files with multi-editor overwrite conflicts and zero field validation.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✖ Monolithic Legacy ERP Systems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Complex software requiring dedicated on-premise servers, steep licenses, and rigid desktop installations.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59E0B"/>
                </a:solidFill>
              </a:defRPr>
            </a:pPr>
            <a:r>
              <a:t>LIMITATIONS &amp; RESEARCH GAPS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⚠ High Data Inconsistency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No relational constraints leading to mismatched employee education and employment records.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⚠ No Role Segregation Security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Employees can accidentally see or overwrite peer/admin information in unprotected sheets.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⚠ Absence of Visual Engagement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Outdated interfaces increase human administrative error rates during bulk data entry.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⚠ Incompatibility with AI Pipelines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Unstructured manual data cannot be piped directly into machine learning models for talent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6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Proposed Solution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LAYER 1: PRESENTATION LAYER (Interactive Client UI)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Responsive SB-Admin-2 Dashboard · WebGL Three.js 'Spectral Drape' 3D Waves · Hexagonal Vault Grid · Smooth Spring Cursor Physics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LAYER 2: AUTHENTICATION &amp; GATEWAY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Role-Based Access Control (RBAC) · Secure Session Validation · Distinct Gateways: Employee Self-Service &amp; Master Admin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LAYER 3: BUSINESS LOGIC &amp; APPLICATION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PHP 8.x MVC Controllers · Profile Management · Education Record Tracking (PG, Grad, HSC, SSC) · Multi-Company Experience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LAYER 4: PERSISTENCE &amp; DATA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Relational Database (MySQL / MariaDB) · Tables: `employeedetail`, `empeducation`, `empexpireince`, `tbladmin` · Transactional ACID Integrity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7 (10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Technologies and Resources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Frontend Technologies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HTML5, CSS3, JavaScript (ES6+)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Three.js (WebGL Hardware Acceleration)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SB-Admin-2 Responsive Bootstrap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FontAwesome Icons &amp; Google Fonts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Glassmorphism UI Design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6366F1"/>
                </a:solidFill>
              </a:defRPr>
            </a:pPr>
            <a:r>
              <a:t>Backend &amp; Database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PHP 8.x (Apache / Built-in Web Server)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MySQL 8.0 / MariaDB 13.x Relational Engine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MySQLi Extension &amp; Prepared SQL Statements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Session-based Stateful Authentication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ACID Compliant Database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Development Environment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macOS Darwin / Unix Platform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Zsh &amp; Bash Shell Bootloader (start.sh)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Homebrew Package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Cross-Browser Testing (Chrome, Safari, Edge)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Git Version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COMPONENT 8 (5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Expected Outcomes and Tentative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EXPECTED OUTCOMES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✔ Fully deployed, live-operating web platform for centralized workforce administration.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✔ Zero-latency multi-tiered navigation between Employee self-service and Administrative monitoring.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✔ Reduced administrative overhead and human record management errors by over 70%.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✔ Modernized user experience using 3D spatial visual feedback that prevents cognitive fatigue.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6366F1"/>
                </a:solidFill>
              </a:defRPr>
            </a:pPr>
            <a:r>
              <a:t>TENTATIVE PROJECT TIMELINE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Phase 1 (Aug - Oct 2026):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System requirement analysis, database ER schema modeling, and core portal deployment (COMPLETED).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Phase 2 (Oct - Nov 2026):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Zeroth review presentation, detailed education &amp; experience tracking modules refinement (CURRENT).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Phase 3 (Dec 2026 - Jan 2027):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AI-assisted resume parsing &amp; automated profile completion module integration.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Phase 4 (Feb - Mar 2027):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Security penetration testing, load testing, comprehensive documentation &amp; final viva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7548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32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38BDF8"/>
                </a:solidFill>
              </a:defRPr>
            </a:pPr>
            <a:r>
              <a:t>Employee Record Management System (ERMS)</a:t>
            </a:r>
          </a:p>
          <a:p>
            <a:pPr algn="ctr">
              <a:spcAft>
                <a:spcPts val="2000"/>
              </a:spcAft>
              <a:defRPr sz="1600">
                <a:solidFill>
                  <a:srgbClr val="6366F1"/>
                </a:solidFill>
              </a:defRPr>
            </a:pPr>
            <a:r>
              <a:t>Ready for Questions, Evaluation &amp; Live System Demonstration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Live Localhost Instance: http://localhost:8000/ </a:t>
            </a:r>
            <a:br/>
            <a:r>
              <a:t>Includes 3D Spectral Drape, Hexagonal Vault &amp; Responsive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